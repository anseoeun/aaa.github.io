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12395-DA08-4741-8AFB-838D74CDC694}" type="datetimeFigureOut">
              <a:rPr lang="ko-KR" altLang="en-US" smtClean="0"/>
              <a:t>2021-05-03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FDE0F-167C-4F1B-9B67-3D3111CF17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79884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12395-DA08-4741-8AFB-838D74CDC694}" type="datetimeFigureOut">
              <a:rPr lang="ko-KR" altLang="en-US" smtClean="0"/>
              <a:t>2021-05-03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FDE0F-167C-4F1B-9B67-3D3111CF17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70669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12395-DA08-4741-8AFB-838D74CDC694}" type="datetimeFigureOut">
              <a:rPr lang="ko-KR" altLang="en-US" smtClean="0"/>
              <a:t>2021-05-03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FDE0F-167C-4F1B-9B67-3D3111CF17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54342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12395-DA08-4741-8AFB-838D74CDC694}" type="datetimeFigureOut">
              <a:rPr lang="ko-KR" altLang="en-US" smtClean="0"/>
              <a:t>2021-05-03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FDE0F-167C-4F1B-9B67-3D3111CF17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53759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12395-DA08-4741-8AFB-838D74CDC694}" type="datetimeFigureOut">
              <a:rPr lang="ko-KR" altLang="en-US" smtClean="0"/>
              <a:t>2021-05-03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FDE0F-167C-4F1B-9B67-3D3111CF17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57765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12395-DA08-4741-8AFB-838D74CDC694}" type="datetimeFigureOut">
              <a:rPr lang="ko-KR" altLang="en-US" smtClean="0"/>
              <a:t>2021-05-03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FDE0F-167C-4F1B-9B67-3D3111CF17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31594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12395-DA08-4741-8AFB-838D74CDC694}" type="datetimeFigureOut">
              <a:rPr lang="ko-KR" altLang="en-US" smtClean="0"/>
              <a:t>2021-05-03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FDE0F-167C-4F1B-9B67-3D3111CF17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45187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12395-DA08-4741-8AFB-838D74CDC694}" type="datetimeFigureOut">
              <a:rPr lang="ko-KR" altLang="en-US" smtClean="0"/>
              <a:t>2021-05-03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FDE0F-167C-4F1B-9B67-3D3111CF17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87688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12395-DA08-4741-8AFB-838D74CDC694}" type="datetimeFigureOut">
              <a:rPr lang="ko-KR" altLang="en-US" smtClean="0"/>
              <a:t>2021-05-03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FDE0F-167C-4F1B-9B67-3D3111CF17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298813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12395-DA08-4741-8AFB-838D74CDC694}" type="datetimeFigureOut">
              <a:rPr lang="ko-KR" altLang="en-US" smtClean="0"/>
              <a:t>2021-05-03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FDE0F-167C-4F1B-9B67-3D3111CF17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9241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612395-DA08-4741-8AFB-838D74CDC694}" type="datetimeFigureOut">
              <a:rPr lang="ko-KR" altLang="en-US" smtClean="0"/>
              <a:t>2021-05-03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5FDE0F-167C-4F1B-9B67-3D3111CF17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7610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612395-DA08-4741-8AFB-838D74CDC694}" type="datetimeFigureOut">
              <a:rPr lang="ko-KR" altLang="en-US" smtClean="0"/>
              <a:t>2021-05-03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F5FDE0F-167C-4F1B-9B67-3D3111CF174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60726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450" y="776730"/>
            <a:ext cx="7767637" cy="525608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7547956" y="2834640"/>
            <a:ext cx="17041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>
                <a:solidFill>
                  <a:srgbClr val="FF0000"/>
                </a:solidFill>
              </a:rPr>
              <a:t>전체적인 기능설명필요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90707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753" y="986972"/>
            <a:ext cx="7491911" cy="55435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82456" y="2981541"/>
            <a:ext cx="170410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>
                <a:solidFill>
                  <a:srgbClr val="FF0000"/>
                </a:solidFill>
              </a:rPr>
              <a:t>편집상태에서 </a:t>
            </a:r>
            <a:r>
              <a:rPr lang="ko-KR" altLang="en-US" dirty="0" err="1" smtClean="0">
                <a:solidFill>
                  <a:srgbClr val="FF0000"/>
                </a:solidFill>
              </a:rPr>
              <a:t>호버된</a:t>
            </a:r>
            <a:r>
              <a:rPr lang="ko-KR" altLang="en-US" dirty="0" smtClean="0">
                <a:solidFill>
                  <a:srgbClr val="FF0000"/>
                </a:solidFill>
              </a:rPr>
              <a:t> 이상태는 </a:t>
            </a:r>
            <a:r>
              <a:rPr lang="ko-KR" altLang="en-US" dirty="0" err="1" smtClean="0">
                <a:solidFill>
                  <a:srgbClr val="FF0000"/>
                </a:solidFill>
              </a:rPr>
              <a:t>단순마우스</a:t>
            </a:r>
            <a:r>
              <a:rPr lang="ko-KR" altLang="en-US" dirty="0" smtClean="0">
                <a:solidFill>
                  <a:srgbClr val="FF0000"/>
                </a:solidFill>
              </a:rPr>
              <a:t> 오버인지</a:t>
            </a:r>
            <a:endParaRPr lang="ko-KR" altLang="en-US" dirty="0">
              <a:solidFill>
                <a:srgbClr val="FF0000"/>
              </a:solidFill>
            </a:endParaRPr>
          </a:p>
        </p:txBody>
      </p:sp>
      <p:cxnSp>
        <p:nvCxnSpPr>
          <p:cNvPr id="10" name="직선 화살표 연결선 9"/>
          <p:cNvCxnSpPr>
            <a:stCxn id="8" idx="0"/>
          </p:cNvCxnSpPr>
          <p:nvPr/>
        </p:nvCxnSpPr>
        <p:spPr>
          <a:xfrm flipH="1" flipV="1">
            <a:off x="4610101" y="2286001"/>
            <a:ext cx="424410" cy="6955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336356" y="1586046"/>
            <a:ext cx="170410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 smtClean="0">
                <a:solidFill>
                  <a:srgbClr val="FF0000"/>
                </a:solidFill>
              </a:rPr>
              <a:t>삭제버튼누르면</a:t>
            </a:r>
            <a:r>
              <a:rPr lang="ko-KR" altLang="en-US" dirty="0">
                <a:solidFill>
                  <a:srgbClr val="FF0000"/>
                </a:solidFill>
              </a:rPr>
              <a:t> </a:t>
            </a:r>
            <a:r>
              <a:rPr lang="ko-KR" altLang="en-US" dirty="0" smtClean="0">
                <a:solidFill>
                  <a:srgbClr val="FF0000"/>
                </a:solidFill>
              </a:rPr>
              <a:t>삭제된 공간은 어떻게 되는지</a:t>
            </a:r>
            <a:endParaRPr lang="ko-KR" altLang="en-US" dirty="0">
              <a:solidFill>
                <a:srgbClr val="FF0000"/>
              </a:solidFill>
            </a:endParaRPr>
          </a:p>
        </p:txBody>
      </p:sp>
      <p:cxnSp>
        <p:nvCxnSpPr>
          <p:cNvPr id="19" name="직선 화살표 연결선 18"/>
          <p:cNvCxnSpPr/>
          <p:nvPr/>
        </p:nvCxnSpPr>
        <p:spPr>
          <a:xfrm flipH="1">
            <a:off x="5715000" y="1879600"/>
            <a:ext cx="262135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9339656" y="4443546"/>
            <a:ext cx="268724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>
                <a:solidFill>
                  <a:srgbClr val="FF0000"/>
                </a:solidFill>
              </a:rPr>
              <a:t>가운데를 비워둔 이정렬상태는 </a:t>
            </a:r>
            <a:r>
              <a:rPr lang="ko-KR" altLang="en-US" dirty="0" err="1" smtClean="0">
                <a:solidFill>
                  <a:srgbClr val="FF0000"/>
                </a:solidFill>
              </a:rPr>
              <a:t>어떤기준인지</a:t>
            </a:r>
            <a:r>
              <a:rPr lang="ko-KR" altLang="en-US" dirty="0" smtClean="0">
                <a:solidFill>
                  <a:srgbClr val="FF0000"/>
                </a:solidFill>
              </a:rPr>
              <a:t> 원래 항상 </a:t>
            </a:r>
            <a:r>
              <a:rPr lang="ko-KR" altLang="en-US" dirty="0" err="1" smtClean="0">
                <a:solidFill>
                  <a:srgbClr val="FF0000"/>
                </a:solidFill>
              </a:rPr>
              <a:t>저위치는</a:t>
            </a:r>
            <a:r>
              <a:rPr lang="ko-KR" altLang="en-US" dirty="0" smtClean="0">
                <a:solidFill>
                  <a:srgbClr val="FF0000"/>
                </a:solidFill>
              </a:rPr>
              <a:t> 차있는 기본구조인건지</a:t>
            </a:r>
            <a:endParaRPr lang="ko-KR" altLang="en-US" dirty="0">
              <a:solidFill>
                <a:srgbClr val="FF0000"/>
              </a:solidFill>
            </a:endParaRPr>
          </a:p>
        </p:txBody>
      </p:sp>
      <p:cxnSp>
        <p:nvCxnSpPr>
          <p:cNvPr id="24" name="직선 화살표 연결선 23"/>
          <p:cNvCxnSpPr>
            <a:stCxn id="22" idx="1"/>
          </p:cNvCxnSpPr>
          <p:nvPr/>
        </p:nvCxnSpPr>
        <p:spPr>
          <a:xfrm flipH="1" flipV="1">
            <a:off x="8051800" y="4686303"/>
            <a:ext cx="1287856" cy="3574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131685" y="2981541"/>
            <a:ext cx="17041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>
                <a:solidFill>
                  <a:srgbClr val="FF0000"/>
                </a:solidFill>
              </a:rPr>
              <a:t>테이블넘버는 </a:t>
            </a:r>
            <a:r>
              <a:rPr lang="ko-KR" altLang="en-US" dirty="0" err="1" smtClean="0">
                <a:solidFill>
                  <a:srgbClr val="FF0000"/>
                </a:solidFill>
              </a:rPr>
              <a:t>중복인건지</a:t>
            </a:r>
            <a:endParaRPr lang="ko-KR" altLang="en-US" dirty="0">
              <a:solidFill>
                <a:srgbClr val="FF0000"/>
              </a:solidFill>
            </a:endParaRPr>
          </a:p>
        </p:txBody>
      </p:sp>
      <p:cxnSp>
        <p:nvCxnSpPr>
          <p:cNvPr id="3" name="직선 화살표 연결선 2"/>
          <p:cNvCxnSpPr/>
          <p:nvPr/>
        </p:nvCxnSpPr>
        <p:spPr>
          <a:xfrm flipH="1" flipV="1">
            <a:off x="1246909" y="1795549"/>
            <a:ext cx="598516" cy="11859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직선 화살표 연결선 4"/>
          <p:cNvCxnSpPr/>
          <p:nvPr/>
        </p:nvCxnSpPr>
        <p:spPr>
          <a:xfrm flipV="1">
            <a:off x="1982117" y="1879600"/>
            <a:ext cx="2260380" cy="11019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077372" y="232957"/>
            <a:ext cx="206986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 smtClean="0">
                <a:solidFill>
                  <a:srgbClr val="FF0000"/>
                </a:solidFill>
              </a:rPr>
              <a:t>편집누르고들어오면</a:t>
            </a:r>
            <a:r>
              <a:rPr lang="ko-KR" altLang="en-US" dirty="0" smtClean="0">
                <a:solidFill>
                  <a:srgbClr val="FF0000"/>
                </a:solidFill>
              </a:rPr>
              <a:t> </a:t>
            </a:r>
            <a:r>
              <a:rPr lang="ko-KR" altLang="en-US" dirty="0" err="1" smtClean="0">
                <a:solidFill>
                  <a:srgbClr val="FF0000"/>
                </a:solidFill>
              </a:rPr>
              <a:t>박스는항상</a:t>
            </a:r>
            <a:r>
              <a:rPr lang="ko-KR" altLang="en-US" dirty="0" smtClean="0">
                <a:solidFill>
                  <a:srgbClr val="FF0000"/>
                </a:solidFill>
              </a:rPr>
              <a:t> </a:t>
            </a:r>
            <a:r>
              <a:rPr lang="ko-KR" altLang="en-US" dirty="0" err="1" smtClean="0">
                <a:solidFill>
                  <a:srgbClr val="FF0000"/>
                </a:solidFill>
              </a:rPr>
              <a:t>기본생성되는건지</a:t>
            </a:r>
            <a:endParaRPr lang="ko-KR" altLang="en-US" dirty="0">
              <a:solidFill>
                <a:srgbClr val="FF0000"/>
              </a:solidFill>
            </a:endParaRPr>
          </a:p>
        </p:txBody>
      </p:sp>
      <p:cxnSp>
        <p:nvCxnSpPr>
          <p:cNvPr id="9" name="직선 화살표 연결선 8"/>
          <p:cNvCxnSpPr>
            <a:stCxn id="18" idx="1"/>
          </p:cNvCxnSpPr>
          <p:nvPr/>
        </p:nvCxnSpPr>
        <p:spPr>
          <a:xfrm flipH="1">
            <a:off x="1454727" y="694622"/>
            <a:ext cx="622645" cy="8914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55718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782" y="737419"/>
            <a:ext cx="7224174" cy="513028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115301" y="1628991"/>
            <a:ext cx="25623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 smtClean="0">
                <a:solidFill>
                  <a:srgbClr val="FF0000"/>
                </a:solidFill>
              </a:rPr>
              <a:t>해당위치에</a:t>
            </a:r>
            <a:r>
              <a:rPr lang="ko-KR" altLang="en-US" dirty="0" smtClean="0">
                <a:solidFill>
                  <a:srgbClr val="FF0000"/>
                </a:solidFill>
              </a:rPr>
              <a:t> </a:t>
            </a:r>
            <a:r>
              <a:rPr lang="ko-KR" altLang="en-US" dirty="0" err="1" smtClean="0">
                <a:solidFill>
                  <a:srgbClr val="FF0000"/>
                </a:solidFill>
              </a:rPr>
              <a:t>놓을수없는</a:t>
            </a:r>
            <a:r>
              <a:rPr lang="ko-KR" altLang="en-US" dirty="0" smtClean="0">
                <a:solidFill>
                  <a:srgbClr val="FF0000"/>
                </a:solidFill>
              </a:rPr>
              <a:t> 것은 이미 </a:t>
            </a:r>
            <a:r>
              <a:rPr lang="ko-KR" altLang="en-US" dirty="0" err="1" smtClean="0">
                <a:solidFill>
                  <a:srgbClr val="FF0000"/>
                </a:solidFill>
              </a:rPr>
              <a:t>차있을때인지</a:t>
            </a:r>
            <a:r>
              <a:rPr lang="en-US" altLang="ko-KR" dirty="0" smtClean="0">
                <a:solidFill>
                  <a:srgbClr val="FF0000"/>
                </a:solidFill>
              </a:rPr>
              <a:t>?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04201" y="3521291"/>
            <a:ext cx="25623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>
                <a:solidFill>
                  <a:srgbClr val="FF0000"/>
                </a:solidFill>
              </a:rPr>
              <a:t>기존 테이블은 </a:t>
            </a:r>
            <a:r>
              <a:rPr lang="ko-KR" altLang="en-US" dirty="0" err="1" smtClean="0">
                <a:solidFill>
                  <a:srgbClr val="FF0000"/>
                </a:solidFill>
              </a:rPr>
              <a:t>고정상태이고</a:t>
            </a:r>
            <a:r>
              <a:rPr lang="ko-KR" altLang="en-US" dirty="0" smtClean="0">
                <a:solidFill>
                  <a:srgbClr val="FF0000"/>
                </a:solidFill>
              </a:rPr>
              <a:t> 이동은 새테이블에서 </a:t>
            </a:r>
            <a:r>
              <a:rPr lang="ko-KR" altLang="en-US" dirty="0" err="1" smtClean="0">
                <a:solidFill>
                  <a:srgbClr val="FF0000"/>
                </a:solidFill>
              </a:rPr>
              <a:t>하고있는건지</a:t>
            </a:r>
            <a:endParaRPr lang="ko-KR" altLang="en-US" dirty="0">
              <a:solidFill>
                <a:srgbClr val="FF0000"/>
              </a:solidFill>
            </a:endParaRPr>
          </a:p>
        </p:txBody>
      </p:sp>
      <p:cxnSp>
        <p:nvCxnSpPr>
          <p:cNvPr id="9" name="직선 화살표 연결선 8"/>
          <p:cNvCxnSpPr>
            <a:stCxn id="7" idx="1"/>
          </p:cNvCxnSpPr>
          <p:nvPr/>
        </p:nvCxnSpPr>
        <p:spPr>
          <a:xfrm flipH="1" flipV="1">
            <a:off x="5054600" y="2552321"/>
            <a:ext cx="3149601" cy="14306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11355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8671130" y="2233526"/>
            <a:ext cx="256234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>
                <a:solidFill>
                  <a:srgbClr val="FF0000"/>
                </a:solidFill>
              </a:rPr>
              <a:t>드래그 </a:t>
            </a:r>
            <a:r>
              <a:rPr lang="ko-KR" altLang="en-US" dirty="0" err="1" smtClean="0">
                <a:solidFill>
                  <a:srgbClr val="FF0000"/>
                </a:solidFill>
              </a:rPr>
              <a:t>완료된상태</a:t>
            </a:r>
            <a:r>
              <a:rPr lang="en-US" altLang="ko-KR" dirty="0" smtClean="0">
                <a:solidFill>
                  <a:srgbClr val="FF0000"/>
                </a:solidFill>
              </a:rPr>
              <a:t>?</a:t>
            </a:r>
          </a:p>
          <a:p>
            <a:r>
              <a:rPr lang="ko-KR" altLang="en-US" dirty="0" smtClean="0">
                <a:solidFill>
                  <a:srgbClr val="FF0000"/>
                </a:solidFill>
              </a:rPr>
              <a:t>위치가 애매함</a:t>
            </a:r>
            <a:endParaRPr lang="en-US" altLang="ko-KR" dirty="0" smtClean="0">
              <a:solidFill>
                <a:srgbClr val="FF0000"/>
              </a:solidFill>
            </a:endParaRPr>
          </a:p>
          <a:p>
            <a:r>
              <a:rPr lang="ko-KR" altLang="en-US" dirty="0" smtClean="0">
                <a:solidFill>
                  <a:srgbClr val="FF0000"/>
                </a:solidFill>
              </a:rPr>
              <a:t>바둑판 형태로 진행하겠음</a:t>
            </a:r>
            <a:r>
              <a:rPr lang="en-US" altLang="ko-KR" dirty="0" smtClean="0">
                <a:solidFill>
                  <a:srgbClr val="FF0000"/>
                </a:solidFill>
              </a:rPr>
              <a:t>.</a:t>
            </a:r>
          </a:p>
          <a:p>
            <a:endParaRPr lang="ko-KR" altLang="en-US" dirty="0">
              <a:solidFill>
                <a:srgbClr val="FF0000"/>
              </a:solidFill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60387"/>
            <a:ext cx="8428677" cy="5446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22985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699" y="500467"/>
            <a:ext cx="7800975" cy="517484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594474" y="500467"/>
            <a:ext cx="25623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 smtClean="0">
                <a:solidFill>
                  <a:srgbClr val="FF0000"/>
                </a:solidFill>
              </a:rPr>
              <a:t>무슨기능인지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7226300" y="887326"/>
            <a:ext cx="1015076" cy="801774"/>
          </a:xfrm>
          <a:prstGeom prst="rect">
            <a:avLst/>
          </a:prstGeom>
          <a:noFill/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ko-KR" alt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664574" y="1574800"/>
            <a:ext cx="25623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 smtClean="0">
                <a:solidFill>
                  <a:srgbClr val="FF0000"/>
                </a:solidFill>
              </a:rPr>
              <a:t>합석에대한</a:t>
            </a:r>
            <a:r>
              <a:rPr lang="ko-KR" altLang="en-US" dirty="0" smtClean="0">
                <a:solidFill>
                  <a:srgbClr val="FF0000"/>
                </a:solidFill>
              </a:rPr>
              <a:t> 기능은 </a:t>
            </a:r>
            <a:r>
              <a:rPr lang="ko-KR" altLang="en-US" dirty="0" err="1" smtClean="0">
                <a:solidFill>
                  <a:srgbClr val="FF0000"/>
                </a:solidFill>
              </a:rPr>
              <a:t>정의되어있지</a:t>
            </a:r>
            <a:r>
              <a:rPr lang="ko-KR" altLang="en-US" dirty="0" smtClean="0">
                <a:solidFill>
                  <a:srgbClr val="FF0000"/>
                </a:solidFill>
              </a:rPr>
              <a:t> </a:t>
            </a:r>
            <a:r>
              <a:rPr lang="ko-KR" altLang="en-US" dirty="0" err="1" smtClean="0">
                <a:solidFill>
                  <a:srgbClr val="FF0000"/>
                </a:solidFill>
              </a:rPr>
              <a:t>않아보임</a:t>
            </a:r>
            <a:r>
              <a:rPr lang="en-US" altLang="ko-KR" dirty="0" smtClean="0">
                <a:solidFill>
                  <a:srgbClr val="FF0000"/>
                </a:solidFill>
              </a:rPr>
              <a:t>.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30799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985" y="279400"/>
            <a:ext cx="8475311" cy="55245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71130" y="2233526"/>
            <a:ext cx="256234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>
                <a:solidFill>
                  <a:srgbClr val="FF0000"/>
                </a:solidFill>
              </a:rPr>
              <a:t>테이블 이동시의 </a:t>
            </a:r>
            <a:r>
              <a:rPr lang="ko-KR" altLang="en-US" dirty="0" err="1" smtClean="0">
                <a:solidFill>
                  <a:srgbClr val="FF0000"/>
                </a:solidFill>
              </a:rPr>
              <a:t>상황인듯한데</a:t>
            </a:r>
            <a:endParaRPr lang="en-US" altLang="ko-KR" dirty="0" smtClean="0">
              <a:solidFill>
                <a:srgbClr val="FF0000"/>
              </a:solidFill>
            </a:endParaRPr>
          </a:p>
          <a:p>
            <a:endParaRPr lang="en-US" altLang="ko-KR" dirty="0" smtClean="0">
              <a:solidFill>
                <a:srgbClr val="FF0000"/>
              </a:solidFill>
            </a:endParaRPr>
          </a:p>
          <a:p>
            <a:r>
              <a:rPr lang="ko-KR" altLang="en-US" dirty="0" err="1" smtClean="0">
                <a:solidFill>
                  <a:srgbClr val="FF0000"/>
                </a:solidFill>
              </a:rPr>
              <a:t>박스비워있는이유는</a:t>
            </a:r>
            <a:endParaRPr lang="en-US" altLang="ko-KR" dirty="0" smtClean="0">
              <a:solidFill>
                <a:srgbClr val="FF0000"/>
              </a:solidFill>
            </a:endParaRPr>
          </a:p>
          <a:p>
            <a:r>
              <a:rPr lang="ko-KR" altLang="en-US" dirty="0" smtClean="0">
                <a:solidFill>
                  <a:srgbClr val="FF0000"/>
                </a:solidFill>
              </a:rPr>
              <a:t>이전화면에서는 박스가 </a:t>
            </a:r>
            <a:r>
              <a:rPr lang="ko-KR" altLang="en-US" dirty="0" err="1" smtClean="0">
                <a:solidFill>
                  <a:srgbClr val="FF0000"/>
                </a:solidFill>
              </a:rPr>
              <a:t>다차있었는데</a:t>
            </a:r>
            <a:r>
              <a:rPr lang="ko-KR" altLang="en-US" dirty="0" smtClean="0">
                <a:solidFill>
                  <a:srgbClr val="FF0000"/>
                </a:solidFill>
              </a:rPr>
              <a:t> 그림상으로는 </a:t>
            </a:r>
            <a:r>
              <a:rPr lang="ko-KR" altLang="en-US" dirty="0" err="1" smtClean="0">
                <a:solidFill>
                  <a:srgbClr val="FF0000"/>
                </a:solidFill>
              </a:rPr>
              <a:t>연관짓기</a:t>
            </a:r>
            <a:r>
              <a:rPr lang="ko-KR" altLang="en-US" dirty="0" smtClean="0">
                <a:solidFill>
                  <a:srgbClr val="FF0000"/>
                </a:solidFill>
              </a:rPr>
              <a:t> </a:t>
            </a:r>
            <a:r>
              <a:rPr lang="ko-KR" altLang="en-US" dirty="0" err="1" smtClean="0">
                <a:solidFill>
                  <a:srgbClr val="FF0000"/>
                </a:solidFill>
              </a:rPr>
              <a:t>힘듬</a:t>
            </a:r>
            <a:endParaRPr lang="en-US" altLang="ko-KR" dirty="0" smtClean="0">
              <a:solidFill>
                <a:srgbClr val="FF0000"/>
              </a:solidFill>
            </a:endParaRPr>
          </a:p>
          <a:p>
            <a:r>
              <a:rPr lang="ko-KR" altLang="en-US" dirty="0" smtClean="0">
                <a:solidFill>
                  <a:srgbClr val="FF0000"/>
                </a:solidFill>
              </a:rPr>
              <a:t>원래 항상 </a:t>
            </a:r>
            <a:r>
              <a:rPr lang="ko-KR" altLang="en-US" dirty="0" err="1" smtClean="0">
                <a:solidFill>
                  <a:srgbClr val="FF0000"/>
                </a:solidFill>
              </a:rPr>
              <a:t>저형태로</a:t>
            </a:r>
            <a:r>
              <a:rPr lang="ko-KR" altLang="en-US" dirty="0" smtClean="0">
                <a:solidFill>
                  <a:srgbClr val="FF0000"/>
                </a:solidFill>
              </a:rPr>
              <a:t> </a:t>
            </a:r>
            <a:r>
              <a:rPr lang="ko-KR" altLang="en-US" dirty="0" err="1" smtClean="0">
                <a:solidFill>
                  <a:srgbClr val="FF0000"/>
                </a:solidFill>
              </a:rPr>
              <a:t>기본셋팅되어있는건지</a:t>
            </a:r>
            <a:endParaRPr lang="en-US" altLang="ko-KR" dirty="0" smtClean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42132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426" y="469900"/>
            <a:ext cx="8639351" cy="54483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671130" y="2233526"/>
            <a:ext cx="256234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 smtClean="0">
                <a:solidFill>
                  <a:srgbClr val="FF0000"/>
                </a:solidFill>
              </a:rPr>
              <a:t>이동완료된상황인듯한데</a:t>
            </a:r>
            <a:endParaRPr lang="en-US" altLang="ko-KR" dirty="0" smtClean="0">
              <a:solidFill>
                <a:srgbClr val="FF0000"/>
              </a:solidFill>
            </a:endParaRPr>
          </a:p>
          <a:p>
            <a:endParaRPr lang="en-US" altLang="ko-KR" dirty="0">
              <a:solidFill>
                <a:srgbClr val="FF0000"/>
              </a:solidFill>
            </a:endParaRPr>
          </a:p>
          <a:p>
            <a:r>
              <a:rPr lang="ko-KR" altLang="en-US" dirty="0" smtClean="0">
                <a:solidFill>
                  <a:srgbClr val="FF0000"/>
                </a:solidFill>
              </a:rPr>
              <a:t>기본적으로 </a:t>
            </a:r>
            <a:r>
              <a:rPr lang="ko-KR" altLang="en-US" dirty="0" err="1" smtClean="0">
                <a:solidFill>
                  <a:srgbClr val="FF0000"/>
                </a:solidFill>
              </a:rPr>
              <a:t>빈박스들은</a:t>
            </a:r>
            <a:r>
              <a:rPr lang="ko-KR" altLang="en-US" dirty="0" smtClean="0">
                <a:solidFill>
                  <a:srgbClr val="FF0000"/>
                </a:solidFill>
              </a:rPr>
              <a:t> </a:t>
            </a:r>
            <a:endParaRPr lang="en-US" altLang="ko-KR" dirty="0" smtClean="0">
              <a:solidFill>
                <a:srgbClr val="FF0000"/>
              </a:solidFill>
            </a:endParaRPr>
          </a:p>
          <a:p>
            <a:r>
              <a:rPr lang="ko-KR" altLang="en-US" dirty="0" err="1" smtClean="0">
                <a:solidFill>
                  <a:srgbClr val="FF0000"/>
                </a:solidFill>
              </a:rPr>
              <a:t>저위치에</a:t>
            </a:r>
            <a:r>
              <a:rPr lang="ko-KR" altLang="en-US" dirty="0" smtClean="0">
                <a:solidFill>
                  <a:srgbClr val="FF0000"/>
                </a:solidFill>
              </a:rPr>
              <a:t> 항상 존재하는건지</a:t>
            </a:r>
            <a:endParaRPr lang="en-US" altLang="ko-KR" dirty="0" smtClean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51667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73</Words>
  <Application>Microsoft Office PowerPoint</Application>
  <PresentationFormat>와이드스크린</PresentationFormat>
  <Paragraphs>22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0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Windows 사용자</dc:creator>
  <cp:lastModifiedBy>Windows 사용자</cp:lastModifiedBy>
  <cp:revision>19</cp:revision>
  <dcterms:created xsi:type="dcterms:W3CDTF">2021-05-03T12:53:18Z</dcterms:created>
  <dcterms:modified xsi:type="dcterms:W3CDTF">2021-05-03T13:37:03Z</dcterms:modified>
</cp:coreProperties>
</file>